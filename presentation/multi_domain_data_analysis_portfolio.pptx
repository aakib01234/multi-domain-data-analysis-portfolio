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700f371fe24fac" /><Relationship Type="http://schemas.openxmlformats.org/officeDocument/2006/relationships/extended-properties" Target="/docProps/app.xml" Id="R27174c135c3a47d3" /><Relationship Type="http://schemas.openxmlformats.org/officeDocument/2006/relationships/officeDocument" Target="/ppt/presentation.xml" Id="Rd5a4acb7b2aa43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c69b1f37b84e08"/>
  </p:sldMasterIdLst>
  <p:notesMasterIdLst>
    <p:notesMasterId xmlns:r="http://schemas.openxmlformats.org/officeDocument/2006/relationships" r:id="Ra5fa4f58e9744ee3"/>
  </p:notesMasterIdLst>
  <p:sldIdLst>
    <p:sldId xmlns:r="http://schemas.openxmlformats.org/officeDocument/2006/relationships" id="256" r:id="R35eaf25d02c14800"/>
    <p:sldId xmlns:r="http://schemas.openxmlformats.org/officeDocument/2006/relationships" id="257" r:id="Rdd752fb0d9b246a4"/>
    <p:sldId xmlns:r="http://schemas.openxmlformats.org/officeDocument/2006/relationships" id="258" r:id="R50e742b3a4b547bc"/>
    <p:sldId xmlns:r="http://schemas.openxmlformats.org/officeDocument/2006/relationships" id="259" r:id="R34f30f37565449ae"/>
    <p:sldId xmlns:r="http://schemas.openxmlformats.org/officeDocument/2006/relationships" id="260" r:id="R47ed8d09abf949d5"/>
    <p:sldId xmlns:r="http://schemas.openxmlformats.org/officeDocument/2006/relationships" id="261" r:id="R12f181096fe94a40"/>
    <p:sldId xmlns:r="http://schemas.openxmlformats.org/officeDocument/2006/relationships" id="262" r:id="Rdef8ed4b11244eda"/>
    <p:sldId xmlns:r="http://schemas.openxmlformats.org/officeDocument/2006/relationships" id="263" r:id="R70884712266d44e3"/>
    <p:sldId xmlns:r="http://schemas.openxmlformats.org/officeDocument/2006/relationships" id="264" r:id="Rc7b20416595a4fa1"/>
    <p:sldId xmlns:r="http://schemas.openxmlformats.org/officeDocument/2006/relationships" id="265" r:id="Reb7c0ba0f2a247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7c61aa35644bd" /><Relationship Type="http://schemas.openxmlformats.org/officeDocument/2006/relationships/slideMaster" Target="/ppt/slideMasters/slideMaster1.xml" Id="Rd3c69b1f37b84e08" /><Relationship Type="http://schemas.openxmlformats.org/officeDocument/2006/relationships/notesMaster" Target="/ppt/notesMasters/notesMaster1.xml" Id="Ra5fa4f58e9744ee3" /><Relationship Type="http://schemas.openxmlformats.org/officeDocument/2006/relationships/presProps" Target="/ppt/presProps.xml" Id="R262ce1d86b9742c9" /><Relationship Type="http://schemas.openxmlformats.org/officeDocument/2006/relationships/tableStyles" Target="/ppt/tableStyles.xml" Id="R105d1821c58d4a18" /><Relationship Type="http://schemas.openxmlformats.org/officeDocument/2006/relationships/slide" Target="/ppt/slides/slide1.xml" Id="R35eaf25d02c14800" /><Relationship Type="http://schemas.openxmlformats.org/officeDocument/2006/relationships/slide" Target="/ppt/slides/slide2.xml" Id="Rdd752fb0d9b246a4" /><Relationship Type="http://schemas.openxmlformats.org/officeDocument/2006/relationships/slide" Target="/ppt/slides/slide3.xml" Id="R50e742b3a4b547bc" /><Relationship Type="http://schemas.openxmlformats.org/officeDocument/2006/relationships/slide" Target="/ppt/slides/slide4.xml" Id="R34f30f37565449ae" /><Relationship Type="http://schemas.openxmlformats.org/officeDocument/2006/relationships/slide" Target="/ppt/slides/slide5.xml" Id="R47ed8d09abf949d5" /><Relationship Type="http://schemas.openxmlformats.org/officeDocument/2006/relationships/slide" Target="/ppt/slides/slide6.xml" Id="R12f181096fe94a40" /><Relationship Type="http://schemas.openxmlformats.org/officeDocument/2006/relationships/slide" Target="/ppt/slides/slide7.xml" Id="Rdef8ed4b11244eda" /><Relationship Type="http://schemas.openxmlformats.org/officeDocument/2006/relationships/slide" Target="/ppt/slides/slide8.xml" Id="R70884712266d44e3" /><Relationship Type="http://schemas.openxmlformats.org/officeDocument/2006/relationships/slide" Target="/ppt/slides/slide9.xml" Id="Rc7b20416595a4fa1" /><Relationship Type="http://schemas.openxmlformats.org/officeDocument/2006/relationships/slide" Target="/ppt/slides/slide10.xml" Id="Reb7c0ba0f2a247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988ce2a9f246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c0ea5a4fb4d6b" /><Relationship Type="http://schemas.openxmlformats.org/officeDocument/2006/relationships/notesMaster" Target="/ppt/notesMasters/notesMaster1.xml" Id="Rc8b0341265f84f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024a0e733a4b1d" /><Relationship Type="http://schemas.openxmlformats.org/officeDocument/2006/relationships/notesMaster" Target="/ppt/notesMasters/notesMaster1.xml" Id="R0435234b67754b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1113ce9bc64b6e" /><Relationship Type="http://schemas.openxmlformats.org/officeDocument/2006/relationships/notesMaster" Target="/ppt/notesMasters/notesMaster1.xml" Id="R4c86bf8f6aae4d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cdc00d01fd4ff8" /><Relationship Type="http://schemas.openxmlformats.org/officeDocument/2006/relationships/notesMaster" Target="/ppt/notesMasters/notesMaster1.xml" Id="R20a8f0a449fd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87a9431cb041ea" /><Relationship Type="http://schemas.openxmlformats.org/officeDocument/2006/relationships/notesMaster" Target="/ppt/notesMasters/notesMaster1.xml" Id="R95b446d5875b49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a261df59f14477" /><Relationship Type="http://schemas.openxmlformats.org/officeDocument/2006/relationships/notesMaster" Target="/ppt/notesMasters/notesMaster1.xml" Id="R33917fbca89143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6cc0f4400744cb" /><Relationship Type="http://schemas.openxmlformats.org/officeDocument/2006/relationships/notesMaster" Target="/ppt/notesMasters/notesMaster1.xml" Id="Rdfd70da69e994e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7c5022f8d94f2e" /><Relationship Type="http://schemas.openxmlformats.org/officeDocument/2006/relationships/notesMaster" Target="/ppt/notesMasters/notesMaster1.xml" Id="R0b83eda071b541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85dfadd09046b4" /><Relationship Type="http://schemas.openxmlformats.org/officeDocument/2006/relationships/notesMaster" Target="/ppt/notesMasters/notesMaster1.xml" Id="Ra31cdb0acc5944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3d6979beb4b5d" /><Relationship Type="http://schemas.openxmlformats.org/officeDocument/2006/relationships/notesMaster" Target="/ppt/notesMasters/notesMaster1.xml" Id="R1ff79ba2d78641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b9e41219b4e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9d76b8347f448e" /><Relationship Type="http://schemas.openxmlformats.org/officeDocument/2006/relationships/slideLayout" Target="/ppt/slideLayouts/slideLayout1.xml" Id="R681419cdd83b4a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1419cdd83b4a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e4dd6a8ff44d1" /><Relationship Type="http://schemas.openxmlformats.org/officeDocument/2006/relationships/notesSlide" Target="/ppt/notesSlides/notesSlide1.xml" Id="R4d056320117b4e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d64cb5a014f3f" /><Relationship Type="http://schemas.openxmlformats.org/officeDocument/2006/relationships/notesSlide" Target="/ppt/notesSlides/notesSlide2.xml" Id="Rb517ad54cff7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6511d89364f4e" /><Relationship Type="http://schemas.openxmlformats.org/officeDocument/2006/relationships/notesSlide" Target="/ppt/notesSlides/notesSlide3.xml" Id="R69219a9d28fe49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467b4efa94344" /><Relationship Type="http://schemas.openxmlformats.org/officeDocument/2006/relationships/image" Target="/ppt/media/image.png" Id="Refe5950b98b7451e" /><Relationship Type="http://schemas.openxmlformats.org/officeDocument/2006/relationships/notesSlide" Target="/ppt/notesSlides/notesSlide4.xml" Id="Rc729c124723a48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4493c755d4fea" /><Relationship Type="http://schemas.openxmlformats.org/officeDocument/2006/relationships/image" Target="/ppt/media/image2.png" Id="R40cc392839da4e32" /><Relationship Type="http://schemas.openxmlformats.org/officeDocument/2006/relationships/notesSlide" Target="/ppt/notesSlides/notesSlide5.xml" Id="Rad285d425ebd4b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adb8dc67847a0" /><Relationship Type="http://schemas.openxmlformats.org/officeDocument/2006/relationships/image" Target="/ppt/media/image3.png" Id="R8b66242b16034da5" /><Relationship Type="http://schemas.openxmlformats.org/officeDocument/2006/relationships/notesSlide" Target="/ppt/notesSlides/notesSlide6.xml" Id="R1d2b18c29d3347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371ba352844a7" /><Relationship Type="http://schemas.openxmlformats.org/officeDocument/2006/relationships/image" Target="/ppt/media/image4.png" Id="Rf2f370022c564cd3" /><Relationship Type="http://schemas.openxmlformats.org/officeDocument/2006/relationships/notesSlide" Target="/ppt/notesSlides/notesSlide7.xml" Id="Raf660d50be8e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cc3c812e44b16" /><Relationship Type="http://schemas.openxmlformats.org/officeDocument/2006/relationships/image" Target="/ppt/media/image5.png" Id="Rbd0fbbbf7540491d" /><Relationship Type="http://schemas.openxmlformats.org/officeDocument/2006/relationships/notesSlide" Target="/ppt/notesSlides/notesSlide8.xml" Id="R7d49707339c346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26e70d72149c9" /><Relationship Type="http://schemas.openxmlformats.org/officeDocument/2006/relationships/notesSlide" Target="/ppt/notesSlides/notesSlide9.xml" Id="R3b678065541b42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42545f6e44e23" /><Relationship Type="http://schemas.openxmlformats.org/officeDocument/2006/relationships/notesSlide" Target="/ppt/notesSlides/notesSlide10.xml" Id="Rcf3b5f64796442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3927A-5BBF-46B9-B8B3-D8DD6A4F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0CC0B-9355-4D06-A8EE-44857441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INTERNSHIP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50123-E4C0-40AD-B0BA-33366EBD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Multi-Domain</a:t>
            </a:r>
          </a:p>
          <a:p xmlns:a="http://schemas.openxmlformats.org/drawingml/2006/main">
            <a:pPr algn="l">
              <a:defRPr sz="5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Data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D683A-37AC-43AE-A9FF-DE773DC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Five complete Python projects across retail, education, weather, healthcare, and finance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594CA-8A8B-4D39-BC1D-3BBAC2CB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DATA CLEANING  •  STATISTICS  •  VISUALIZATION  •  BUSINESS INSIGHTS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B003D-390F-4764-AB79-53E5AB50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8489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2277C-ABD9-436D-85AE-658A04F2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F3C2C-794D-4201-8443-D1B04DCC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 complete end-to-end analytical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57408-B1EC-41CC-B323-76AF90E7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C6002-CD1D-4C25-A933-6D9CF235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MULTI-DOMAIN DATA ANALYSIS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330F3-7865-434F-821C-0EE3C471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One shared workflow applied across five very different decision environments.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2E183-3D79-48ED-943F-D8D89E7F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114D6-2394-45AE-9D9C-3A488C3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A6FAC-047F-456C-8F26-CA1E0B34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complete domain 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EC750-6E5D-4D98-A18C-0D1296E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A5EF8-592E-423B-99F1-061FE05A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15,986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9014E-2B97-4B13-8826-7C7DA84C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clean analytical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C2CB5-DA6B-4A17-A587-A9156FB1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76917-1EC8-46E8-A3FB-B05829DF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5A85D-857A-4752-8C33-8BA292F6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professional visualizations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30A23-83A3-4227-B65B-282BE02C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15 automated tests  •  5 notebooks  •  6 executive PDF reports</a:t>
            </a:r>
          </a:p>
        </p:txBody>
      </p:sp>
    </p:spTree>
    <p:extLst>
      <p:ext uri="{BB962C8B-B14F-4D97-AF65-F5344CB8AC3E}">
        <p14:creationId xmlns:p14="http://schemas.microsoft.com/office/powerpoint/2010/main" val="706104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774D9-588B-4204-8FB6-1014B9D1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664BF-1E5A-4E5A-A69C-9EA0491D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workflow: raw records to responsible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D6F2D-4F07-4BA8-8BF4-EF2DF02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5EBB8-F7E5-437F-9FAE-96D1C34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MULTI-DOMAIN DATA ANALYSIS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20D9-FB76-49A2-A649-9A556D6F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F0FD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4E8F2-A5E3-4FB3-8220-C9D207DA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189D3-5C2F-4F58-8730-EB484EB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2B6F3-59E9-4094-9C48-B093667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047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Schema, duplicates, missingness, ranges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55C89-201D-4B4A-98C4-5D5B6366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D82E2-6644-4B60-8923-FB267BEE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7B941-761E-46D8-BF65-D38B34EB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29040-F77A-406B-ABE1-780432C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047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Types, imputation, exclusions, raw-data preservation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B8226-699F-443D-BEAB-AB959A81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solidFill>
              <a:srgbClr val="F0FD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23252-3B27-45CE-8423-3C76CF07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0CF22-FB10-4913-A891-8CA641A6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Analyse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C18B4-8DE9-4E33-89F6-341EE781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2047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Mean, median, trends, correlations, domain KPIs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B9E1A-8C59-4599-BA5B-AC1B9FF1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A2A7C-C1D9-4CAD-80B5-92767AC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29204-EDFD-4D5B-9F7D-801623B8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146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Communicate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DAB4E-B42A-434A-8D84-5A600936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047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Charts, recommendations, assumptions, limitations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95D9E-53C7-4476-B29D-86258502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79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Every build is reproducible through fixed seeds, modular source code, saved validation evidence, and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11831337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3A7AB-917E-4F50-A3BF-6B0DBC4D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E1DDF-3856-43B9-9A34-35847BE1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Retail: identify what, when, and who drives sales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419B6-F366-4E9C-B1EB-AA46384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76C86-7463-4BD9-A80E-B744789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MULTI-DOMAIN DATA ANALYSIS PORTFOLIO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5950b98b7451e"/>
          <a:stretch xmlns:a="http://schemas.openxmlformats.org/drawingml/2006/main"/>
        </p:blipFill>
        <p:spPr>
          <a:xfrm xmlns:a="http://schemas.openxmlformats.org/drawingml/2006/main">
            <a:off x="457200" y="1378148"/>
            <a:ext cx="6667500" cy="395882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02F32-D7D1-4FE0-AFB4-38122B83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₹10.04M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F2FE6-E222-4686-97A5-7ED9DF45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net sales across 2,500 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98B2A-F155-4C16-AD67-C638DB6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Electronics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F9E78-C0E4-40A5-A62E-316630D5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highest revenue category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78368-96FD-4AC9-8E72-E2894599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EFC1B-6830-4C2F-8298-9C2FD44F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Align inventory, promotions, and staffing with category demand and peak periods.</a:t>
            </a:r>
          </a:p>
        </p:txBody>
      </p:sp>
    </p:spTree>
    <p:extLst>
      <p:ext uri="{BB962C8B-B14F-4D97-AF65-F5344CB8AC3E}">
        <p14:creationId xmlns:p14="http://schemas.microsoft.com/office/powerpoint/2010/main" val="217321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387EA-3521-48DE-B928-933CA49B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4C649-7AED-43A9-8079-CFFC1671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Education: turn performance signals into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8B04B-3F2D-47EC-A2EE-C6A7CBDB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93879-EC6C-4754-BFD5-C5A393D9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MULTI-DOMAIN DATA ANALYSIS PORTFOLIO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c392839da4e32"/>
          <a:stretch xmlns:a="http://schemas.openxmlformats.org/drawingml/2006/main"/>
        </p:blipFill>
        <p:spPr>
          <a:xfrm xmlns:a="http://schemas.openxmlformats.org/drawingml/2006/main">
            <a:off x="457200" y="1533028"/>
            <a:ext cx="6667500" cy="364906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42068-8852-4655-B65D-B1353D44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93.8%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46A0E-90A4-4EA6-AB16-24147D8B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all-subject pass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CBB4F-156A-4E79-90F8-87E7D55D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92CD0-6753-4736-A042-6A528236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students flagged for human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64718-08A8-4CF9-AEE3-7B21569B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Safeguard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6CBAA-ECD6-4161-881C-1351FF8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Risk flags support teacher outreach; they should never become automatic penalties.</a:t>
            </a:r>
          </a:p>
        </p:txBody>
      </p:sp>
    </p:spTree>
    <p:extLst>
      <p:ext uri="{BB962C8B-B14F-4D97-AF65-F5344CB8AC3E}">
        <p14:creationId xmlns:p14="http://schemas.microsoft.com/office/powerpoint/2010/main" val="492838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9C622-7BF0-4E67-970A-8351BFD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60FA2-C0FD-4BB7-9B35-DF763D6C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Weather: seasonal patterns require local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5441F-CAFF-4BF5-9B5E-03ED7143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F2F79-64C8-47DA-9DA2-E53D94DB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MULTI-DOMAIN DATA ANALYSIS PORTFOLIO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6242b16034da5"/>
          <a:stretch xmlns:a="http://schemas.openxmlformats.org/drawingml/2006/main"/>
        </p:blipFill>
        <p:spPr>
          <a:xfrm xmlns:a="http://schemas.openxmlformats.org/drawingml/2006/main">
            <a:off x="457200" y="1483020"/>
            <a:ext cx="6667500" cy="374908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6FDD8-8B78-46F0-A983-AB06D54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6,576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6CA1E-E808-457E-B888-2C257145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daily city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745D6-4063-4EE0-B5ED-98453888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6 cities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6159F-BA18-489D-A4EC-493FEAB2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three years of simulated daily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EFE9F-57EF-45F3-B183-B290ED02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84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284C7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2B582-001E-4D29-9F76-44666135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Build city-specific heat and rainfall calendars; replace simulation with verified observations for real use.</a:t>
            </a:r>
          </a:p>
        </p:txBody>
      </p:sp>
    </p:spTree>
    <p:extLst>
      <p:ext uri="{BB962C8B-B14F-4D97-AF65-F5344CB8AC3E}">
        <p14:creationId xmlns:p14="http://schemas.microsoft.com/office/powerpoint/2010/main" val="1522070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66D81-A1D2-4AD6-8FEA-9B2638FF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9BB18-646B-4CCE-943E-6DF61DD6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Healthcare: stratification changes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D4171-0F50-44ED-8E63-0AE0516F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2C621-E955-4B40-8B1A-50BD27CC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MULTI-DOMAIN DATA ANALYSIS PORTFOLIO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370022c564cd3"/>
          <a:stretch xmlns:a="http://schemas.openxmlformats.org/drawingml/2006/main"/>
        </p:blipFill>
        <p:spPr>
          <a:xfrm xmlns:a="http://schemas.openxmlformats.org/drawingml/2006/main">
            <a:off x="457200" y="1713825"/>
            <a:ext cx="6667500" cy="328747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017A4-000E-415F-8629-A7D7D493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1,800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B2C98-D547-4072-A8FF-C7E6EA6B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simulated de-identified encounters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F290F-7180-49ED-93A3-9CA60A6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50.2%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5C35B-C88C-49CD-A7C5-5ED53FAD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favourable outcome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D2EEA-00C8-40DB-976E-690470F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C53E7-727A-4031-A7A1-D5190E26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Descriptive associations are not causal treatment effects and must not guide patient care.</a:t>
            </a:r>
          </a:p>
        </p:txBody>
      </p:sp>
    </p:spTree>
    <p:extLst>
      <p:ext uri="{BB962C8B-B14F-4D97-AF65-F5344CB8AC3E}">
        <p14:creationId xmlns:p14="http://schemas.microsoft.com/office/powerpoint/2010/main" val="14456379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A9700-9C42-4269-8952-8FE4E6D3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44CE6-91A2-4E7B-857D-BBD9F924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Finance: performance only matters in context of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19157-8B11-4FF1-B1D2-3BEABC5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413CB-11BE-4F9E-914C-9AAC490C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MULTI-DOMAIN DATA ANALYSIS PORTFOLIO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fbbbf7540491d"/>
          <a:stretch xmlns:a="http://schemas.openxmlformats.org/drawingml/2006/main"/>
        </p:blipFill>
        <p:spPr>
          <a:xfrm xmlns:a="http://schemas.openxmlformats.org/drawingml/2006/main">
            <a:off x="520651" y="1190625"/>
            <a:ext cx="6540597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2A7D7-4462-49AA-A7B6-DA094DA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15.1%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A0F75-FD13-40B0-951C-7E368DC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simulated portfolio annualised return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4BFA8-6B39-4A4A-B739-FEAC4A6E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−18.0%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48340-D927-4897-AC2B-198790DD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maximum portfolio drawdown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A79C1-76CF-42F7-B4E1-0C8C31BF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17CE0-310A-4A0E-961B-26C0A803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Fictional assets, simplified assumptions, and historical simulation—not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11264078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D2FD1-EBDD-41DD-AF27-DF71D83D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35395-D748-4B8E-945E-5F8FE271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Engineering quality: results that can be rebuilt and checked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63AB7-F84B-4212-91B3-20DB6340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13CE9-1599-458A-971F-35C7882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MULTI-DOMAIN DATA ANALYSIS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E3C95-5E38-4363-BF1E-0759E1B4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095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0DF47-EF3A-40BA-BA7B-65497DEB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2249F-C029-4FE4-897F-4F49D000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573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TEST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026EF-F8C4-4658-BDEA-63878FEA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573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71FEB-CD6B-4750-BFE9-09757011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925"/>
            <a:ext cx="1095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B062E-7B4B-4B37-BB99-5B7CCD60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EA0E5-E30F-414F-8426-3A18D4CD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431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Validation • cleaning • KPI reconciliation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3ED03-5B3A-440F-95DB-CEE45C8A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431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FE275-E44F-433C-9807-B1EBAE42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Education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476A9-CA91-4E55-9990-E8F7AC4D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289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Duplicate • risk logic • pass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8CB32-4B4A-4EC5-B3F0-8BB6320B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289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 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75D7A-4F00-44CD-A521-7816F9D0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095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80DAB-44AA-4825-8851-26A68356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Weather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A296F-2FD6-4E85-855F-46D4F441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147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Duplicate • extreme flags • KPI reconciliation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3ACE2-4BE0-41C1-9CBE-417F99EF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147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 passed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14323-7A80-4111-A193-3F3FCD25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Healthcare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E43EE-9802-43A2-87D2-2B79AF2F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005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Duplicate • outcome logic • readmission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BF5C1-D457-4D6E-9D47-707FCEB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005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 passed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A9494-39E1-4DBD-A957-215CE8ED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095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37260-DCE2-41A7-8316-BFA87C26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7451D-F3A5-4FAD-BF63-4F394C0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Duplicate • returns/drawdown • portfolio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C1C48-0934-424A-90AF-338699E1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86325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 passed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66596-EBCA-4532-BD8B-EB5CA0A5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Final verification: 15 / 15 automated tests passed</a:t>
            </a:r>
          </a:p>
        </p:txBody>
      </p:sp>
    </p:spTree>
    <p:extLst>
      <p:ext uri="{BB962C8B-B14F-4D97-AF65-F5344CB8AC3E}">
        <p14:creationId xmlns:p14="http://schemas.microsoft.com/office/powerpoint/2010/main" val="960923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18E08-14DC-4A27-AB53-A098FBA4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E93C9-1A1C-4B93-96D8-8BEEA2A1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Five domains. One disciplined analytical standard.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C69BA-F737-4D9E-80EE-EFEEB11F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1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35103-9D03-4380-866F-2AA6729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MULTI-DOMAIN DATA ANALYSIS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064CE-74DA-4F35-9748-FE7B9BC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Validated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3DA4E-A54D-422B-B8DB-7978B43B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Auditable transformations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464AC-C0EA-4105-AA62-B5113A65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Evidence-led visuals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D5634-9DDB-4CD6-B88E-A1524295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Responsible recommendations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6AF09-5A4C-445B-BD3B-3E3F2D0F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33500"/>
            <a:ext cx="4381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EFF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1BA19-1E38-4D91-82DC-9743D3A2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668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Submission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82DEA-3DDF-4C1E-9422-05A7E464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33625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5 notebooks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6 PDF reports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25 charts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15 tests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Complete documentation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2120E-0AD2-44A7-A012-52B0412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B78E1-751B-4231-9BE0-50D392E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940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2026-09-08T06:38:41.7320000Z</dcterms:created>
  <dcterms:modified xsi:type="dcterms:W3CDTF">2026-09-08T06:38:41.7320000Z</dcterms:modified>
</coreProperties>
</file>